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0000"/>
                </a:solidFill>
                <a:latin typeface="Arial"/>
              </a:rPr>
              <a:t>Visitors at past open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185</c:v>
                </c:pt>
                <c:pt idx="2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day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F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Riverside Community Garden · Saturday 18 April, 10:00–15:00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Seedling swap in the greenhouse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Composting workshop at 11:00 and 14:00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Soup from the garden kitchen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Tours of the new rainwater tanks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75120" y="137160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Helpers needed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Task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Helpers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9:00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up tables and signs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10:00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Welcome desk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12:00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Soup kitchen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15:00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Tidy up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2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Riverside Community Garden open day</dc:title>
  <dc:subject>PptxGenJS Presentation</dc:subject>
  <dc:creator>Plain Viewer showcase</dc:creator>
  <cp:lastModifiedBy>Plain Viewer showcase</cp:lastModifiedBy>
  <cp:revision>1</cp:revision>
  <dcterms:created xsi:type="dcterms:W3CDTF">2026-09-27T00:00:00Z</dcterms:created>
  <dcterms:modified xsi:type="dcterms:W3CDTF">2026-09-27T00:00:00Z</dcterms:modified>
</cp:coreProperties>
</file>