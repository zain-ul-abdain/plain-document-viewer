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Sindh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9</c:v>
                </c:pt>
                <c:pt idx="2">
                  <c:v>7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the title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 Urdu, Sindhi and Arabic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://127.0.0.1:47831/pptx-complex/lin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Hello complex presentation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Twelve slides of test content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Bullets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First point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Second point</a:t>
            </a:r>
            <a:endParaRPr lang="en-US" sz="2000" dirty="0"/>
          </a:p>
          <a:p>
            <a:pPr lvl="1" marL="762000" indent="-381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Indented point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Table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315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Region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Q2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North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1,200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1,350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Sindh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1,540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1,610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Chart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188720"/>
          <a:ext cx="7772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Image</a:t>
            </a:r>
            <a:endParaRPr lang="en-US" sz="3000" dirty="0"/>
          </a:p>
        </p:txBody>
      </p:sp>
      <p:pic>
        <p:nvPicPr>
          <p:cNvPr id="3" name="Image 0" descr="Four coloured ba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280160"/>
            <a:ext cx="4389120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Shapes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194560" cy="1280160"/>
          </a:xfrm>
          <a:prstGeom prst="rect">
            <a:avLst/>
          </a:prstGeom>
          <a:solidFill>
            <a:srgbClr val="266DB3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0" y="1371600"/>
            <a:ext cx="2194560" cy="128016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0" y="1554480"/>
            <a:ext cx="2194560" cy="914400"/>
          </a:xfrm>
          <a:prstGeom prst="rightArrow">
            <a:avLst/>
          </a:prstGeom>
          <a:solidFill>
            <a:srgbClr val="D98C1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Right to left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1887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اردو: یہ ایک دستاویز ہے</a:t>
            </a:r>
            <a:endParaRPr lang="en-US" sz="2400" dirty="0"/>
          </a:p>
          <a:p>
            <a:pPr rtl="1" algn="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سنڌي: سلام دنيا</a:t>
            </a:r>
            <a:endParaRPr lang="en-US" sz="2400" dirty="0"/>
          </a:p>
          <a:p>
            <a:pPr rtl="1" algn="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العربية: مرحبا بالعالم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Chinese and Japanese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中文：你好世界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日本語：こんにちは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Link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External link (must ask before opening)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Long text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Quarterly summary: revenue rose 12.5% while costs fell. Quarterly summary: revenue rose 12.5% while costs fell. Quarterly summary: revenue rose 12.5% while costs fell. Quarterly summary: revenue rose 12.5% while costs fell. Quarterly summary: revenue rose 12.5% while costs fell. Quarterly summary: revenue rose 12.5% while costs fell. Quarterly summary: revenue rose 12.5% while costs fell. Quarterly summary: revenue rose 12.5% while costs fell. 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Animation note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This slide would animate in PowerPoint; the viewer shows it as a static slide.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</a:rPr>
              <a:t>Last slide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End of the test presentation.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Plain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Plain Viewer fixture</dc:title>
  <dc:subject>PptxGenJS Presentation</dc:subject>
  <dc:creator>Plain Viewer corpus</dc:creator>
  <cp:lastModifiedBy>Plain Viewer corpus</cp:lastModifiedBy>
  <cp:revision>1</cp:revision>
  <dcterms:created xsi:type="dcterms:W3CDTF">2026-09-27T00:00:00Z</dcterms:created>
  <dcterms:modified xsi:type="dcterms:W3CDTF">2026-09-27T00:00:00Z</dcterms:modified>
</cp:coreProperties>
</file>