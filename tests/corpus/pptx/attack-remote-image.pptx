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Remote1" Type="http://schemas.openxmlformats.org/officeDocument/2006/relationships/image" Target="http://127.0.0.1:47831/pptx-remote-image/picture.pn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Hello slides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Slide 1 body text.</a:t>
            </a:r>
            <a:endParaRPr lang="en-US" sz="2000" dirty="0"/>
          </a:p>
        </p:txBody>
      </p:sp>
      <p:pic>
        <p:nvPicPr>
          <p:cNvPr id="900" name="Remote picture"/>
          <p:cNvPicPr/>
          <p:nvPr/>
        </p:nvPicPr>
        <p:blipFill>
          <a:blip r:link="rIdRemote1"/>
          <a:stretch>
            <a:fillRect/>
          </a:stretch>
        </p:blipFill>
        <p:spPr>
          <a:xfrm>
            <a:off x="6000000" y="3000000"/>
            <a:ext cx="1500000" cy="1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Second slide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Slide 2 body text.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Third slide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Slide 3 body text.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Plain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 Viewer fixture</dc:title>
  <dc:subject>PptxGenJS Presentation</dc:subject>
  <dc:creator>Plain Viewer corpus</dc:creator>
  <cp:lastModifiedBy>Plain Viewer corpus</cp:lastModifiedBy>
  <cp:revision>1</cp:revision>
  <dcterms:created xsi:type="dcterms:W3CDTF">2026-09-27T00:00:00Z</dcterms:created>
  <dcterms:modified xsi:type="dcterms:W3CDTF">2026-09-27T00:00:00Z</dcterms:modified>
</cp:coreProperties>
</file>